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2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8D209-16BE-487E-AA65-2FCADDA3C7AA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61944-3BC6-4B6A-BE67-69CB96CAC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02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61944-3BC6-4B6A-BE67-69CB96CAC3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473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2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5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0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6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9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3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4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7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9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861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90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17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78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32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3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8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31" r:id="rId3"/>
    <p:sldLayoutId id="2147484632" r:id="rId4"/>
    <p:sldLayoutId id="2147484633" r:id="rId5"/>
    <p:sldLayoutId id="2147484634" r:id="rId6"/>
    <p:sldLayoutId id="2147484635" r:id="rId7"/>
    <p:sldLayoutId id="2147484636" r:id="rId8"/>
    <p:sldLayoutId id="2147484637" r:id="rId9"/>
    <p:sldLayoutId id="2147484638" r:id="rId10"/>
    <p:sldLayoutId id="2147484639" r:id="rId11"/>
    <p:sldLayoutId id="2147484640" r:id="rId12"/>
    <p:sldLayoutId id="2147484641" r:id="rId13"/>
    <p:sldLayoutId id="2147484642" r:id="rId14"/>
    <p:sldLayoutId id="2147484643" r:id="rId15"/>
    <p:sldLayoutId id="2147484644" r:id="rId16"/>
    <p:sldLayoutId id="214748464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7782" y="1436607"/>
            <a:ext cx="5917679" cy="2550877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Fake Review Detection in the Education Sector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265005"/>
            <a:ext cx="5917679" cy="861420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chemeClr val="tx1">
                    <a:lumMod val="75000"/>
                  </a:schemeClr>
                </a:solidFill>
              </a:rPr>
              <a:t>Machine Learning, NLP, and Power BI Dashboard</a:t>
            </a:r>
          </a:p>
          <a:p>
            <a:r>
              <a:rPr dirty="0">
                <a:solidFill>
                  <a:schemeClr val="tx1">
                    <a:lumMod val="75000"/>
                  </a:schemeClr>
                </a:solidFill>
              </a:rPr>
              <a:t>Tushar Goswami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Online reviews strongly influence students when selecting educational institutions.</a:t>
            </a:r>
          </a:p>
          <a:p>
            <a:r>
              <a:t>Fake or manipulated reviews can mislead prospective students.</a:t>
            </a:r>
          </a:p>
          <a:p>
            <a:r>
              <a:t>Most fake review datasets exist for hotels, restaurants, and e‑commerce.</a:t>
            </a:r>
          </a:p>
          <a:p>
            <a:r>
              <a:t>There is limited labeled data available for the education sector.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Develop a machine learning model to detect deceptive reviews.</a:t>
            </a:r>
          </a:p>
          <a:p>
            <a:r>
              <a:t>Apply Natural Language Processing (NLP) techniques to analyze review sentiment.</a:t>
            </a:r>
          </a:p>
          <a:p>
            <a:r>
              <a:t>Create interactive Power BI dashboards to visualize insights.</a:t>
            </a:r>
          </a:p>
          <a:p>
            <a:r>
              <a:t>Generate strategic insights and recommendations for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Fake review datasets collected from Kaggle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 </a:t>
            </a:r>
            <a:r>
              <a:rPr dirty="0" err="1">
                <a:solidFill>
                  <a:schemeClr val="tx1"/>
                </a:solidFill>
              </a:rPr>
              <a:t>HuggingFace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r>
              <a:rPr dirty="0">
                <a:solidFill>
                  <a:schemeClr val="tx1"/>
                </a:solidFill>
              </a:rPr>
              <a:t>These datasets were used to train the machine learning model.</a:t>
            </a:r>
          </a:p>
          <a:p>
            <a:r>
              <a:rPr dirty="0">
                <a:solidFill>
                  <a:schemeClr val="tx1"/>
                </a:solidFill>
              </a:rPr>
              <a:t>Education reviews were scraped from educational institution review platforms.</a:t>
            </a:r>
          </a:p>
          <a:p>
            <a:r>
              <a:rPr dirty="0">
                <a:solidFill>
                  <a:schemeClr val="tx1"/>
                </a:solidFill>
              </a:rPr>
              <a:t>Final dataset analyzed: 35</a:t>
            </a:r>
            <a:r>
              <a:rPr lang="en-US" dirty="0">
                <a:solidFill>
                  <a:schemeClr val="tx1"/>
                </a:solidFill>
              </a:rPr>
              <a:t>0</a:t>
            </a:r>
            <a:r>
              <a:rPr dirty="0">
                <a:solidFill>
                  <a:schemeClr val="tx1"/>
                </a:solidFill>
              </a:rPr>
              <a:t>+ education-related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Machine Learning &amp; NLP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Data Cleaning and Preprocessing</a:t>
            </a:r>
          </a:p>
          <a:p>
            <a:r>
              <a:rPr dirty="0">
                <a:solidFill>
                  <a:schemeClr val="tx1"/>
                </a:solidFill>
              </a:rPr>
              <a:t>Education domain keyword filtering</a:t>
            </a:r>
          </a:p>
          <a:p>
            <a:r>
              <a:rPr dirty="0">
                <a:solidFill>
                  <a:schemeClr val="tx1"/>
                </a:solidFill>
              </a:rPr>
              <a:t>TF‑IDF Feature Extraction</a:t>
            </a:r>
          </a:p>
          <a:p>
            <a:r>
              <a:rPr dirty="0">
                <a:solidFill>
                  <a:schemeClr val="tx1"/>
                </a:solidFill>
              </a:rPr>
              <a:t>Logistic Regression Fake Review Detection Model</a:t>
            </a:r>
          </a:p>
          <a:p>
            <a:r>
              <a:rPr dirty="0">
                <a:solidFill>
                  <a:schemeClr val="tx1"/>
                </a:solidFill>
              </a:rPr>
              <a:t>Sentiment Analysis using VADER (NLTK)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0949"/>
            <a:ext cx="9144000" cy="1884832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1">
                    <a:lumMod val="85000"/>
                  </a:schemeClr>
                </a:solidFill>
              </a:rPr>
              <a:t>Power BI 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67D305-B6AD-5169-6D53-AECBE9D25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1647180"/>
            <a:ext cx="8986684" cy="5089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Around 5% of reviews were predicted as potentially deceptive.</a:t>
            </a:r>
          </a:p>
          <a:p>
            <a:r>
              <a:t>Most reviews show positive sentiment.</a:t>
            </a:r>
          </a:p>
          <a:p>
            <a:r>
              <a:t>Certain institutions show higher concentrations of fake reviews.</a:t>
            </a:r>
          </a:p>
          <a:p>
            <a:r>
              <a:t>Fake reviews often have very high sentiment scores and ratings.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automated fake review detection systems using AI.</a:t>
            </a:r>
          </a:p>
          <a:p>
            <a:r>
              <a:t>Encourage verified student reviews for authenticity.</a:t>
            </a:r>
          </a:p>
          <a:p>
            <a:r>
              <a:t>Monitor unusual spikes in positive or negative sentiment.</a:t>
            </a:r>
          </a:p>
          <a:p>
            <a:r>
              <a:t>Introduce review credibility indicators for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and NLP techniques can help detect deceptive reviews.</a:t>
            </a:r>
          </a:p>
          <a:p>
            <a:r>
              <a:t>Combining cross-domain fake review datasets with scraped education reviews enables meaningful analysis.</a:t>
            </a:r>
          </a:p>
          <a:p>
            <a:r>
              <a:t>Power BI dashboards help visualize review authenticity and sentiment trends.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185</TotalTime>
  <Words>293</Words>
  <Application>Microsoft Office PowerPoint</Application>
  <PresentationFormat>On-screen Show (4:3)</PresentationFormat>
  <Paragraphs>40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Tw Cen MT</vt:lpstr>
      <vt:lpstr>Circuit</vt:lpstr>
      <vt:lpstr>Fake Review Detection in the Education Sector</vt:lpstr>
      <vt:lpstr>Project Overview</vt:lpstr>
      <vt:lpstr>Project Objectives</vt:lpstr>
      <vt:lpstr>Data Collection</vt:lpstr>
      <vt:lpstr>Machine Learning &amp; NLP Workflow</vt:lpstr>
      <vt:lpstr>Power BI Dashboard Overview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Tushar Goswami</cp:lastModifiedBy>
  <cp:revision>6</cp:revision>
  <dcterms:created xsi:type="dcterms:W3CDTF">2013-01-27T09:14:16Z</dcterms:created>
  <dcterms:modified xsi:type="dcterms:W3CDTF">2026-03-22T04:13:02Z</dcterms:modified>
  <cp:category/>
</cp:coreProperties>
</file>